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109728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9C466"/>
                </a:solidFill>
                <a:latin typeface="WenQuanYi Zen Hei"/>
                <a:ea typeface="WenQuanYi Zen Hei"/>
              </a:rPr>
              <a:t>10 分鐘白話看懂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WenQuanYi Zen Hei"/>
                <a:ea typeface="WenQuanYi Zen Hei"/>
              </a:rPr>
              <a:t>熱磁發電 + AI 找材料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F2F4F7"/>
                </a:solidFill>
                <a:latin typeface="WenQuanYi Zen Hei"/>
                <a:ea typeface="WenQuanYi Zen Hei"/>
              </a:rPr>
              <a:t>從最基礎的數學講起，不用背公式也能懂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9C466"/>
                </a:solidFill>
                <a:latin typeface="WenQuanYi Zen Hei"/>
                <a:ea typeface="WenQuanYi Zen Hei"/>
              </a:rPr>
              <a:t>給完全新手的入門簡報 · alloy_engine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這專案在幹嘛？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一句話：把『沒人要的熱』變成電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02</a:t>
            </a:r>
          </a:p>
        </p:txBody>
      </p:sp>
      <p:pic>
        <p:nvPicPr>
          <p:cNvPr id="7" name="Picture 6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828800"/>
            <a:ext cx="9326880" cy="28794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工廠、引擎到處有『廢熱』排掉很可惜——能不能撿來發電？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2A9D8F"/>
                </a:solidFill>
                <a:latin typeface="WenQuanYi Zen Hei"/>
                <a:ea typeface="WenQuanYi Zen Hei"/>
              </a:rPr>
              <a:t>●  用一種特別的材料：它一被加熱，磁性就會變；磁性一變，就能生電。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先備知識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磁鐵到底是什麼？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想像材料裡每個原子都是一根『小磁針』。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這些小磁針方向一致 → 整體就有磁性（吸鐵）。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方向亂七八糟 → 互相抵消 → 沒磁性。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重點：『溫度』會影響這些小磁針——越熱，越容易被晃亂。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先備知識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居禮溫度 Tc = 磁性的開關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04</a:t>
            </a:r>
          </a:p>
        </p:txBody>
      </p:sp>
      <p:pic>
        <p:nvPicPr>
          <p:cNvPr id="7" name="Picture 6" descr="tc_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83080"/>
            <a:ext cx="7315200" cy="40311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加熱超過某個溫度，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小磁針被晃亂 →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C1121F"/>
                </a:solidFill>
                <a:latin typeface="WenQuanYi Zen Hei"/>
                <a:ea typeface="WenQuanYi Zen Hei"/>
              </a:rPr>
              <a:t>●  磁性『消失』。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這個溫度就叫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1F3A5F"/>
                </a:solidFill>
                <a:latin typeface="WenQuanYi Zen Hei"/>
                <a:ea typeface="WenQuanYi Zen Hei"/>
              </a:rPr>
              <a:t>●  居禮溫度 Tc。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核心點子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為什麼『磁性會變』就能發電？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200 年前法拉第就發現：磁場一變化，旁邊的線圈就會生出電流。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所以只要讓材料『一下有磁、一下沒磁』反覆切換——線圈就一直發電。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A9D8F"/>
                </a:solidFill>
                <a:latin typeface="WenQuanYi Zen Hei"/>
                <a:ea typeface="WenQuanYi Zen Hei"/>
              </a:rPr>
              <a:t>●  怎麼切換？把材料在『冷』和『熱』之間來回（冷端有磁、熱端沒磁）。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這就是熱磁發電：用溫度差，驅動磁性反覆變化 → 發電。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基礎數學 1（別怕）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發多少電？看『磁性變化』有多大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194560"/>
            <a:ext cx="9601200" cy="1051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9601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W  =  μ₀ ∮ H dM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5661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W = 一次循環發出的『功』（能量）——就是我們要的電。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2A9D8F"/>
                </a:solidFill>
                <a:latin typeface="WenQuanYi Zen Hei"/>
                <a:ea typeface="WenQuanYi Zen Hei"/>
              </a:rPr>
              <a:t>●  ∮ H dM = 磁性變化（M）× 外加磁場推力（H）累積起來。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F3A5F"/>
                </a:solidFill>
                <a:latin typeface="WenQuanYi Zen Hei"/>
                <a:ea typeface="WenQuanYi Zen Hei"/>
              </a:rPr>
              <a:t>●  白話：磁性變化越大、磁場推力越強 → 發的電越多。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5A6370"/>
                </a:solidFill>
                <a:latin typeface="WenQuanYi Zen Hei"/>
                <a:ea typeface="WenQuanYi Zen Hei"/>
              </a:rPr>
              <a:t>●  μ₀ 只是個固定常數，不用管它。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基礎數學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效率？= 拿到的電 ÷ 投入的熱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194560"/>
            <a:ext cx="9601200" cy="1051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9601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η  =  W ÷ 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5661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η（讀 eta）= 效率，就像汽車的『油耗』。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2A9D8F"/>
                </a:solidFill>
                <a:latin typeface="WenQuanYi Zen Hei"/>
                <a:ea typeface="WenQuanYi Zen Hei"/>
              </a:rPr>
              <a:t>●  W = 發出的電（拿到的）；Q = 投入的熱（花掉的）。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白話：花一堆熱，只發一點電 → 效率低；反之效率高。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76F51"/>
                </a:solidFill>
                <a:latin typeface="WenQuanYi Zen Hei"/>
                <a:ea typeface="WenQuanYi Zen Hei"/>
              </a:rPr>
              <a:t>●  這專案發現：大部分熱其實『白白浪費』掉了——下一頁解釋。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先講清楚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再厲害也有『天花板』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物理鐵律（卡諾）：任何熱機的效率，都有一個上限。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上限由『冷熱溫差』決定——溫差越大，上限越高。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76F51"/>
                </a:solidFill>
                <a:latin typeface="WenQuanYi Zen Hei"/>
                <a:ea typeface="WenQuanYi Zen Hei"/>
              </a:rPr>
              <a:t>●  廢熱通常溫差不大（如 150°C vs 室溫）→ 天花板本來就不高。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所以我們不是要違反物理，而是要『盡量逼近』這個天花板。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第一個難題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大部分熱被『白白加熱』掉了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投入的熱分兩種用途：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0">
                <a:solidFill>
                  <a:srgbClr val="2A9D8F"/>
                </a:solidFill>
                <a:latin typeface="WenQuanYi Zen Hei"/>
                <a:ea typeface="WenQuanYi Zen Hei"/>
              </a:rPr>
              <a:t>    – 一部分真的拿去『改變磁性』→ 有用，能發電。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0">
                <a:solidFill>
                  <a:srgbClr val="E76F51"/>
                </a:solidFill>
                <a:latin typeface="WenQuanYi Zen Hei"/>
                <a:ea typeface="WenQuanYi Zen Hei"/>
              </a:rPr>
              <a:t>    – 一大部分只是『把材料整個加熱』→ 白白浪費（叫顯熱）。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C1121F"/>
                </a:solidFill>
                <a:latin typeface="WenQuanYi Zen Hei"/>
                <a:ea typeface="WenQuanYi Zen Hei"/>
              </a:rPr>
              <a:t>●  廢熱發電裡，浪費的那部分常佔 80–95%！效率因此超低。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救星：『回熱器』——把材料降溫時放出的熱，回收去預熱下一批。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換個角度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材料配方太多，人試不完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好材料要同時滿足：對的居禮溫度、磁性強、導熱好、做得出來…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我們有 14 種元素可調比例 → 配方組合是天文數字。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76F51"/>
                </a:solidFill>
                <a:latin typeface="WenQuanYi Zen Hei"/>
                <a:ea typeface="WenQuanYi Zen Hei"/>
              </a:rPr>
              <a:t>●  一個一個做實驗試？幾輩子也試不完。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所以：先用電腦（AI）大量篩選，挑出最有希望的幾個再做實驗。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AI 第一招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用『代理模型』猜性質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像房價預測：給『坪數、地點、屋齡』→ 猜『房價』。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A9D8F"/>
                </a:solidFill>
                <a:latin typeface="WenQuanYi Zen Hei"/>
                <a:ea typeface="WenQuanYi Zen Hei"/>
              </a:rPr>
              <a:t>●  這裡：給『合金成分』→ 猜『居禮溫度、磁性…』。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AI 看過很多例子後，就能對沒看過的新配方快速給出估計。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好處：一秒可以『猜』幾十萬個配方，不必真的去做。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AI 第二招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用『遺傳演算法』演化出好配方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靈感來自生物演化 / 育種：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    – 先隨機生一大堆配方，用 AI 評分。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    – 留下分數高的，讓它們『交配、突變』生出下一代。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0">
                <a:solidFill>
                  <a:srgbClr val="2A9D8F"/>
                </a:solidFill>
                <a:latin typeface="WenQuanYi Zen Hei"/>
                <a:ea typeface="WenQuanYi Zen Hei"/>
              </a:rPr>
              <a:t>    – 一代一代下來，配方越來越好。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電腦每秒能評估數百萬個——很快就逼出最佳配方。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最重要的轉折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一開始 AI 其實『很不準』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13</a:t>
            </a:r>
          </a:p>
        </p:txBody>
      </p:sp>
      <p:pic>
        <p:nvPicPr>
          <p:cNvPr id="7" name="Picture 6" descr="sim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828800"/>
            <a:ext cx="6400800" cy="37615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21031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262B33"/>
                </a:solidFill>
                <a:latin typeface="WenQuanYi Zen Hei"/>
                <a:ea typeface="WenQuanYi Zen Hei"/>
              </a:rPr>
              <a:t>●  一開始用『電腦模擬的假資料』教 AI。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E76F51"/>
                </a:solidFill>
                <a:latin typeface="WenQuanYi Zen Hei"/>
                <a:ea typeface="WenQuanYi Zen Hei"/>
              </a:rPr>
              <a:t>●  拿到真實世界一比 →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C1121F"/>
                </a:solidFill>
                <a:latin typeface="WenQuanYi Zen Hei"/>
                <a:ea typeface="WenQuanYi Zen Hei"/>
              </a:rPr>
              <a:t>●  比亂猜還差！(左邊紅柱)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3A5F"/>
                </a:solidFill>
                <a:latin typeface="WenQuanYi Zen Hei"/>
                <a:ea typeface="WenQuanYi Zen Hei"/>
              </a:rPr>
              <a:t>●  問題不在 AI，在『教材是假的』。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怎麼救？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換成『真實資料』，AI 立刻變準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找到一個公開資料庫：一萬五千筆『真實量測』的居禮溫度。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A9D8F"/>
                </a:solidFill>
                <a:latin typeface="WenQuanYi Zen Hei"/>
                <a:ea typeface="WenQuanYi Zen Hei"/>
              </a:rPr>
              <a:t>●  用真實資料重教 AI → 準度從『比亂猜差』變成『相當準』。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磁性（Br）也如法炮製：用真實的物理計算資料 → 也變準。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教訓一句話：垃圾進、垃圾出；真實資料才是關鍵。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我們很誠實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有些性質，天生就『猜不準』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A9D8F"/>
                </a:solidFill>
                <a:latin typeface="WenQuanYi Zen Hei"/>
                <a:ea typeface="WenQuanYi Zen Hei"/>
              </a:rPr>
              <a:t>●  居禮溫度、磁性 → 主要由『成分』決定 → AI 猜得準。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76F51"/>
                </a:solidFill>
                <a:latin typeface="WenQuanYi Zen Hei"/>
                <a:ea typeface="WenQuanYi Zen Hei"/>
              </a:rPr>
              <a:t>●  但『矯頑力、強度』→ 主要由『怎麼做的』決定（晶粒、加工…）。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同樣成分，做法不同，結果差很多 → 光看成分本來就猜不準。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我們沒有硬掰，而是老實標明：『這兩個只能當參考，不保證準』。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我們學到的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卡關的地方，一個接一個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① 顯熱：大部分熱被浪費（前面講過）。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② 磁滯：磁性來回切換會『卡頓』損耗能量。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76F51"/>
                </a:solidFill>
                <a:latin typeface="WenQuanYi Zen Hei"/>
                <a:ea typeface="WenQuanYi Zen Hei"/>
              </a:rPr>
              <a:t>●  ③ 導熱差：熱傳不進傳不出，材料來不及冷熱切換 → 發電變慢。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每解一個，就冒出下一個——這就是真實工程的樣子。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一個聰明解法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複合材料：像鋼筋混凝土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最磁性強的材料，常常『導熱很差』（卡在瓶頸③）。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A9D8F"/>
                </a:solidFill>
                <a:latin typeface="WenQuanYi Zen Hei"/>
                <a:ea typeface="WenQuanYi Zen Hei"/>
              </a:rPr>
              <a:t>●  點子：把『磁性強的料』 + 『導熱好的料（如銅）』混在一起。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    – 就像混凝土（耐壓）配鋼筋（耐拉）——各取所長。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犧牲一點磁性，換來導熱大增 → 整體發電反而更好。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我們很誠實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模型給的是『相對好壞』，不是保證值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A9D8F"/>
                </a:solidFill>
                <a:latin typeface="WenQuanYi Zen Hei"/>
                <a:ea typeface="WenQuanYi Zen Hei"/>
              </a:rPr>
              <a:t>●  模型很會比『A 配方比 B 好』——相對排序可信。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76F51"/>
                </a:solidFill>
                <a:latin typeface="WenQuanYi Zen Hei"/>
                <a:ea typeface="WenQuanYi Zen Hei"/>
              </a:rPr>
              <a:t>●  但『絕對發電量』的數字偏樂觀（理想化），實機會打折。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所以我們給的預測都『帶誤差範圍』，並標明哪些要靠實驗確認。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科學的誠實：講清楚『什麼可信、什麼還不確定』。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最後一步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電腦建議『先做哪個實驗』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實驗很貴，不能亂做。電腦可以建議『先做最有價值的那幾個』。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我們做了，也老實去驗證它有沒有用——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C1121F"/>
                </a:solidFill>
                <a:latin typeface="WenQuanYi Zen Hei"/>
                <a:ea typeface="WenQuanYi Zen Hei"/>
              </a:rPr>
              <a:t>●  結果發現：在目前資料量下，『隨機挑』反而更好！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所以我們據實說明，沒有誇大這個功能。這也是誠實的一部分。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一張圖看全貌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整個專案的流水線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20</a:t>
            </a:r>
          </a:p>
        </p:txBody>
      </p:sp>
      <p:pic>
        <p:nvPicPr>
          <p:cNvPr id="7" name="Picture 6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10241280" cy="26934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8463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配方 → AI 猜好壞 → 遺傳演算法挑最好 → 候選名單 → 做實驗驗證。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A6370"/>
                </a:solidFill>
                <a:latin typeface="WenQuanYi Zen Hei"/>
                <a:ea typeface="WenQuanYi Zen Hei"/>
              </a:rPr>
              <a:t>AI 用『真實資料』教出來；最後一步要靠實驗室。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這專案教會我們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WenQuanYi Zen Hei"/>
                <a:ea typeface="WenQuanYi Zen Hei"/>
              </a:rPr>
              <a:t>三個帶得走的觀念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2A9D8F"/>
                </a:solidFill>
                <a:latin typeface="WenQuanYi Zen Hei"/>
                <a:ea typeface="WenQuanYi Zen Hei"/>
              </a:rPr>
              <a:t>●  ① 從『第一性原理』出發：先懂物理（磁、熱、電），再寫程式。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② 『真實資料』決定成敗：假資料教出的 AI 一文不值。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76F51"/>
                </a:solidFill>
                <a:latin typeface="WenQuanYi Zen Hei"/>
                <a:ea typeface="WenQuanYi Zen Hei"/>
              </a:rPr>
              <a:t>●  ③ 『誠實』比好看重要：講清楚能信什麼、不能信什麼。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9144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WenQuanYi Zen Hei"/>
                <a:ea typeface="WenQuanYi Zen Hei"/>
              </a:rPr>
              <a:t>看懂了嗎？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F2F4F7"/>
                </a:solidFill>
                <a:latin typeface="WenQuanYi Zen Hei"/>
                <a:ea typeface="WenQuanYi Zen Hei"/>
              </a:rPr>
              <a:t>把廢熱變電，用 AI + 真實資料 + 誠實去逼近物理極限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F2F4F7"/>
                </a:solidFill>
                <a:latin typeface="WenQuanYi Zen Hei"/>
                <a:ea typeface="WenQuanYi Zen Hei"/>
              </a:rPr>
              <a:t>●  熱 → 磁性變化 → 電：這是整條主線。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F2F4F7"/>
                </a:solidFill>
                <a:latin typeface="WenQuanYi Zen Hei"/>
                <a:ea typeface="WenQuanYi Zen Hei"/>
              </a:rPr>
              <a:t>●  AI 幫忙在天文數字的配方裡篩選，但教材必須是真實資料。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F2F4F7"/>
                </a:solidFill>
                <a:latin typeface="WenQuanYi Zen Hei"/>
                <a:ea typeface="WenQuanYi Zen Hei"/>
              </a:rPr>
              <a:t>●  想深入？看技術版簡報與 docs/（含論文初稿、設計案例）。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